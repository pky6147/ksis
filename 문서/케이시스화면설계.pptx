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0" r:id="rId4"/>
    <p:sldId id="258" r:id="rId5"/>
    <p:sldId id="263" r:id="rId6"/>
    <p:sldId id="276" r:id="rId7"/>
    <p:sldId id="275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A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092" autoAdjust="0"/>
    <p:restoredTop sz="94660"/>
  </p:normalViewPr>
  <p:slideViewPr>
    <p:cSldViewPr snapToGrid="0">
      <p:cViewPr>
        <p:scale>
          <a:sx n="150" d="100"/>
          <a:sy n="150" d="100"/>
        </p:scale>
        <p:origin x="1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FEC959-BA5F-4D32-988F-202E6DFF35D9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A2D73-36C0-47F2-8E7C-E5355F4599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953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80A75C-164C-964A-6D2B-F36AD15296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78C558-D28A-99AE-341C-38758F6D0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ED804B-9DEB-25B2-3881-51078854B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74559-633F-457E-B726-F4197173D36F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D86589-5020-2967-ABC0-3B7CD792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C2AA2-0979-C179-17E0-382EAEBD7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82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C56791-2D2D-6BF5-EDCB-03AF2425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888CD1-2462-D8A2-E136-4777D372E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E4603C1-075F-E26D-D60A-C3478B8E2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57044-BE3A-4478-9053-BEFC7A28E8A7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5BD6EB-B9AF-489D-41A7-E536F24C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BD1186-ADD7-7AF7-8F9A-AC6FA63DF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460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DE4659-EF31-40B4-A3FD-C0A48431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16A92E-A75C-CFBE-8391-A42EE2A8A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D0A8A6-3081-813D-CDC5-E7FD46F54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7DFA4-D514-4982-BBD6-69EF37EB29E1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AF812-A0AD-8BAC-995A-BD1B05E29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0D8F6A-A3B9-33E8-AEFD-BFF3B4413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55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51D13-6135-C71F-0D4D-691A1BC3B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01661-7527-89C3-60AD-4D93DE603F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0A122E-56E2-8899-3622-26C543312C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3A3B76-8413-0343-19B9-E5A554A5C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D3267-2DED-45DA-AC26-6764EB17F9FA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58C87-25E4-4476-A299-26C4FB51B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89D8B0-6E78-04E2-A0F0-7AF179D41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582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28203-54EE-1EE2-E766-BFED6AF1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C1705E-C07D-C14F-B1B2-0C2D3CEF8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0ECA27-70A1-5223-5532-7605B4AD6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9E21441-4AD5-4269-6FF2-EEB2400EB3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0AE90EF-980E-4D99-F4B5-BDEBB137B3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AF19FA9-563D-3CD5-31B4-A28F7B11F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0160B-2CFB-45E3-91F2-FEAB249F1BB1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8A36A49-8350-5AF3-E2EA-9B7F83F3F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6A03719-9B5E-5EFD-141B-CA1DA8DA1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4793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6459E-8A2C-E388-B4E2-B42BBEC6F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3A3F65-87E6-0EBC-3775-25E61E0F8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31678-D256-4872-AFED-5C8CD26573F7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5644C97-6693-50F6-B29E-9462B45E9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6AB0A0-ABF0-C9F2-871D-1C047BA99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80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463D02-5F2D-4CD2-3080-B17000A1A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B0DAE-0FE5-4DD7-9352-D461C6E40767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E76C41-41FA-9167-43D3-B91F31CB9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0A975B-7D66-0113-5F68-86555E8E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2941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48BC12-A962-410E-F1DE-6150E54B6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0EA943-2084-A9E7-1E44-DA035268A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5579D5-CD6B-A5B2-A1BC-BB331DF58A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40D503-EFA6-E712-0F33-05B88155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876D0-3F63-4BBA-8CDF-C41CFBDEEC0B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CE80CA-C483-DF5F-5A77-2B1B2CA0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A33EA5-3704-75AB-60A1-55D9382E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8057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A5E525-5FE4-EA46-B613-577DFCE38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527A4FA-7C76-9C9C-E95B-C962C780F0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D82292B-92AC-0831-3E9B-2782F1E78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DDC3D4-4FD1-D1BB-8D9F-E8D5EC1A5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5F597-C3EE-492E-92C7-171342896A5D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CED5A50-2450-F483-2DF8-3C18CE52B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849FDC-D81F-AEBF-4914-AA1CFB7D2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3892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8ACB22-4D94-2653-E122-D9537612E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74B8D3C-6278-C1E8-D7FD-1E43495CCD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806233-DF6E-327E-4B5E-E18F42848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A486F-ECA1-4D6B-B962-5986B5B9F153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D028CF-A47C-36AA-956A-CAE6FBD9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E51F66-0B44-0781-8BC0-297869215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27260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E180C30-837F-67F8-F116-372C68659F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724E55-B21F-FDBA-7D06-2E740B530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E2C54C-D029-956A-B218-6BE039938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E9F1A8-87BC-4A49-9E50-AA3A9C1FC979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2A05717-B57F-DB10-2564-51F96D8AF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03635E-AB65-F125-6D96-471A13035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422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E698A0-5238-5814-8190-08C34B18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AB6ED2-66DA-68FD-DF12-A873D8715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F30986-4474-E74A-5D7E-06A0C3E99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B2C26-4046-4C9C-AF03-91FF5824ABFC}" type="datetime1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9C7F0F-DD18-8983-344B-B7D8EE523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9C8A9B-A8B0-D6C4-2168-2D012FA64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71FD17-EB80-4451-97FD-7C850897199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7243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FFE4EC5-B7F8-5F07-EA29-09F8F2C7C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160" y="136525"/>
            <a:ext cx="10337680" cy="6604000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D168B73F-711F-516D-FC29-50703A493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2667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BB5BCF2-18CC-F684-CB26-CC1E59234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73" y="52031"/>
            <a:ext cx="10820127" cy="6753937"/>
          </a:xfrm>
          <a:prstGeom prst="rect">
            <a:avLst/>
          </a:prstGeom>
        </p:spPr>
      </p:pic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995A2E55-3B3F-E6A9-03A3-276416B9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A9395C-2833-A5A1-109E-F9BFDC0CE1E7}"/>
              </a:ext>
            </a:extLst>
          </p:cNvPr>
          <p:cNvSpPr/>
          <p:nvPr/>
        </p:nvSpPr>
        <p:spPr>
          <a:xfrm>
            <a:off x="10490200" y="4094481"/>
            <a:ext cx="584200" cy="314960"/>
          </a:xfrm>
          <a:prstGeom prst="rect">
            <a:avLst/>
          </a:prstGeom>
          <a:noFill/>
          <a:ln w="28575">
            <a:solidFill>
              <a:srgbClr val="F5A62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85287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96E9B127-3480-5C02-A591-68E4D2F4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8EAE787-62D0-0CC6-F800-43B037F59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08" y="136525"/>
            <a:ext cx="10364495" cy="663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5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6AE6F0C2-377A-864A-3B23-5F971D7EF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13EFA78-AD3A-D3EB-0703-07A07A604F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4" y="91016"/>
            <a:ext cx="10424060" cy="667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223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AE8CD-ABDC-A1D2-7EC9-7024982E1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3A8C7CC8-3CD8-8806-418D-462C8D29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5047677-BBC9-49E0-080A-EA36DFB5A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98" y="0"/>
            <a:ext cx="10012936" cy="6858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C70AB90-9836-33AC-ECD4-8842788A9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4697" y="3873250"/>
            <a:ext cx="4873581" cy="1541183"/>
          </a:xfrm>
          <a:prstGeom prst="rect">
            <a:avLst/>
          </a:prstGeom>
        </p:spPr>
      </p:pic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77D42165-7842-193C-B9A5-320376610D54}"/>
              </a:ext>
            </a:extLst>
          </p:cNvPr>
          <p:cNvSpPr/>
          <p:nvPr/>
        </p:nvSpPr>
        <p:spPr>
          <a:xfrm>
            <a:off x="6180667" y="4580467"/>
            <a:ext cx="762000" cy="2963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BB1FA9-4BF5-8979-30E9-F3434B82AC97}"/>
              </a:ext>
            </a:extLst>
          </p:cNvPr>
          <p:cNvSpPr txBox="1"/>
          <p:nvPr/>
        </p:nvSpPr>
        <p:spPr>
          <a:xfrm>
            <a:off x="4539823" y="4936066"/>
            <a:ext cx="2711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※</a:t>
            </a:r>
            <a:r>
              <a:rPr lang="ko-KR" altLang="en-US" dirty="0" err="1"/>
              <a:t>검증버튼누르면</a:t>
            </a:r>
            <a:r>
              <a:rPr lang="ko-KR" altLang="en-US" dirty="0"/>
              <a:t> 조회</a:t>
            </a:r>
          </a:p>
        </p:txBody>
      </p:sp>
    </p:spTree>
    <p:extLst>
      <p:ext uri="{BB962C8B-B14F-4D97-AF65-F5344CB8AC3E}">
        <p14:creationId xmlns:p14="http://schemas.microsoft.com/office/powerpoint/2010/main" val="352455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492C-1FF6-0228-02AF-AD0251523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DCC88D3C-915B-13E3-A63C-7C487974A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BCE6DB-7633-767A-1C33-CC0F848A9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154" y="0"/>
            <a:ext cx="9914013" cy="678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4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7EA8072-8D02-A514-75A9-6FA0DB559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1EFA9F8-B2F5-980D-23E8-DA93D0F62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503" y="1300153"/>
            <a:ext cx="5982415" cy="483394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1B8D3AB-373A-A01D-EBF8-424AD0E0B9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683"/>
            <a:ext cx="6216845" cy="4167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205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5981-D5F6-EA40-B830-2EE21E28E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50A3460-1879-B617-4046-3B11D54F0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63DA290-AA8B-0E70-4FE9-0CA1E21C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9926615" cy="68580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290AF54-599A-BBC0-CDA1-75B66BC07F80}"/>
              </a:ext>
            </a:extLst>
          </p:cNvPr>
          <p:cNvSpPr/>
          <p:nvPr/>
        </p:nvSpPr>
        <p:spPr>
          <a:xfrm>
            <a:off x="6946900" y="1631830"/>
            <a:ext cx="2659812" cy="1667774"/>
          </a:xfrm>
          <a:prstGeom prst="rect">
            <a:avLst/>
          </a:prstGeom>
          <a:noFill/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60C1FB-51B6-0E1B-8FD4-401DBBFA07BA}"/>
              </a:ext>
            </a:extLst>
          </p:cNvPr>
          <p:cNvSpPr txBox="1"/>
          <p:nvPr/>
        </p:nvSpPr>
        <p:spPr>
          <a:xfrm>
            <a:off x="6985000" y="1262498"/>
            <a:ext cx="3137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※</a:t>
            </a:r>
            <a:r>
              <a:rPr lang="ko-KR" altLang="en-US" dirty="0"/>
              <a:t>다중일 경우 표시</a:t>
            </a:r>
          </a:p>
        </p:txBody>
      </p:sp>
    </p:spTree>
    <p:extLst>
      <p:ext uri="{BB962C8B-B14F-4D97-AF65-F5344CB8AC3E}">
        <p14:creationId xmlns:p14="http://schemas.microsoft.com/office/powerpoint/2010/main" val="2986471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BD1BF-995A-F8C7-14D8-F7D19BA57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41DEC3A-69C9-789E-0B2A-DE8C46334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129" y="0"/>
            <a:ext cx="9923742" cy="6858000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E5706B13-5418-B426-DAB2-0CED03F7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462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C1F2-8A16-8F49-ACC8-CB5638C56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F6550DF3-DFA9-9EB0-8F66-0C7842FAF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4F17C1-C52B-7CCD-DDE7-6688FD09C5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056" y="42333"/>
            <a:ext cx="9799200" cy="677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88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61051-C267-CEFC-B410-8593B1C36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9C5ED16-96F3-700F-581B-95ED4FDFA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11</a:t>
            </a:fld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2C06EB5-BB01-C28F-81A7-0D4E06C5A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0"/>
            <a:ext cx="100780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10956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8F592-0A47-2A1B-153E-2B1E6DFB9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28A0841A-0D85-5492-3609-87EFF966B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12</a:t>
            </a:fld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4D9C1DA-7477-FA42-3E88-C6D30C0AB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889" y="0"/>
            <a:ext cx="10086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6250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1F5F3-795B-A6B5-702F-EC06E158E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4CFC441F-9EC2-8BFD-EEC4-713D68A4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1FD17-EB80-4451-97FD-7C850897199A}" type="slidenum">
              <a:rPr lang="ko-KR" altLang="en-US" smtClean="0"/>
              <a:t>13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0108714-75CC-C4F4-2F0B-8E43971D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855" y="0"/>
            <a:ext cx="101208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998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20</Words>
  <Application>Microsoft Office PowerPoint</Application>
  <PresentationFormat>와이드스크린</PresentationFormat>
  <Paragraphs>15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codehows</dc:creator>
  <cp:lastModifiedBy>codehows</cp:lastModifiedBy>
  <cp:revision>15</cp:revision>
  <dcterms:created xsi:type="dcterms:W3CDTF">2025-11-14T01:01:40Z</dcterms:created>
  <dcterms:modified xsi:type="dcterms:W3CDTF">2025-11-14T03:09:27Z</dcterms:modified>
</cp:coreProperties>
</file>